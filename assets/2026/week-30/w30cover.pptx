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1FB3-E8F1-1A59-3093-78AAE7DE4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4456C-2FD0-C557-9A51-EDE074AA7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480E1-4C94-50B7-A3CC-9C7756FB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E9B81-A1CE-2DFE-28DF-7AFD0D05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2F607-2A95-E148-2FAC-D701E6D0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4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03BE-0DBC-00E5-1C6C-414B5C63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D7E4E-122A-BBA0-B890-5C1092DCD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C00CC-65E7-2F55-89AF-1276652A0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9F114-E557-BE23-1B82-BD5B74F0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3EDD6-57D9-05FB-51B2-38CE6988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865D-01F5-B167-C3A4-55A29E19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8A410-6287-08C5-5BD8-E95451253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09992-6E59-C22A-BF78-0DCDF90E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05B74-ABA0-55D2-AE93-5C7D2D80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4194D-4E26-B8F5-D3E0-F4B82258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3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ADCC-186E-B014-8013-571F80D6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2E60-E158-5CEF-73C1-F235AF15A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27917-B6D7-3342-3173-6113D3694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F80A7-B070-D26C-9A33-29273EDBE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3FCBE-280E-CC8C-6175-FFAA38F3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780DB-AAB6-576F-5348-8621757A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33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49073-7FB8-3AB1-F72E-CD8FD218D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C9996-CA11-C103-5A02-2E537C01E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ADF27-3638-663C-9E1E-016D2257A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61C1B-0983-6C4A-4DBC-AC316E38A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A9ADC-8406-5F51-EE87-B4F250A95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29145-C27C-EB04-F7B7-FC9C25FA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A679E0-989E-E8DA-7EB3-1ED488B9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1B00B-CF32-DE65-C3E8-D6D95410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3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E916-1D23-16CE-44C4-3BFFC8A6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44D82-D89A-9496-FB94-98F60FD20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7DF3A-D067-DEA0-3BDE-6CBB8CF54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AEE4D-BE07-04EB-5BFD-9EED29A0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83A36-7F7E-42A1-EFBE-18164E09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B3E7F8-1E19-182E-8383-B615BCB4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B386D-6587-59E5-701F-7B2B7702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326D-4734-2E5E-C71D-A65C5A81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151C-7958-8023-6D54-0E9E398F1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312A5-8CBB-DF7C-F0CD-07B257959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8257E-856F-448E-0976-ED341D83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A5A02-9D11-F69F-1FD6-5E2CDE98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C5D62-EAC2-9086-5789-64524B39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8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FD9B-9BAD-280F-E34E-18944F59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524BB-4483-D809-C1C8-7207AB4BA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BE649-F26F-FC1A-7063-F7AD4B584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3633A-971C-51F4-D75E-E5ACA76F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3DDF2-1577-3D09-38F0-D6184A328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E4BB1-248D-DCFE-3E4F-EA3F615F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2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43C63-81E1-FC44-B249-4FB02553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87079-666D-F3DA-0073-2FC00BE97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0E41F-5D41-BBDB-A085-EB44F420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00FFC-C8D0-5A9C-80BC-09E273FB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50628-B465-0D0F-ADBE-D9BEF915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6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85066-6B92-A7A5-C9C7-EF982B4FC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D4592-C9C7-D5A9-28E1-8491E9863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84857-8FF3-8B27-B3E7-38500FD0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FB50A-2C9A-33BF-D1D7-A12F5724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02EB-EC28-FA1A-F654-81B54BB3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2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C2878-3251-38B9-9F61-AA6FE0F7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2D7E2-E609-9DE8-9048-04805322E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A2823-3ED6-C6D7-0F26-5208F382D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077D7-46A9-4C67-8295-CCAEAD9D5B0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830D1-9312-DFAA-21EC-B76FFFAA71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D34F7-F527-BD5C-0DF7-4F6C93F71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A77ED-3B24-4F17-9FC3-13E30382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78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337E-62B4-283A-485F-5E8F74740D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B1343-5F39-901A-561F-AD0AD5C09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1A5EA-940E-26B1-6A82-253CF225F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41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Bell</dc:creator>
  <cp:lastModifiedBy>Joshua Bell</cp:lastModifiedBy>
  <cp:revision>2</cp:revision>
  <dcterms:created xsi:type="dcterms:W3CDTF">2026-07-28T00:43:04Z</dcterms:created>
  <dcterms:modified xsi:type="dcterms:W3CDTF">2026-07-28T00:44:59Z</dcterms:modified>
</cp:coreProperties>
</file>