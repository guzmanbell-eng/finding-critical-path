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Bell" userId="205669b020ad6e3f" providerId="LiveId" clId="{583C8F8F-9295-4F85-9CAD-84D649DE0419}"/>
    <pc:docChg chg="modSld">
      <pc:chgData name="Joshua Bell" userId="205669b020ad6e3f" providerId="LiveId" clId="{583C8F8F-9295-4F85-9CAD-84D649DE0419}" dt="2026-07-20T03:19:49.334" v="0" actId="931"/>
      <pc:docMkLst>
        <pc:docMk/>
      </pc:docMkLst>
      <pc:sldChg chg="addSp modSp mod">
        <pc:chgData name="Joshua Bell" userId="205669b020ad6e3f" providerId="LiveId" clId="{583C8F8F-9295-4F85-9CAD-84D649DE0419}" dt="2026-07-20T03:19:49.334" v="0" actId="931"/>
        <pc:sldMkLst>
          <pc:docMk/>
          <pc:sldMk cId="2012246501" sldId="256"/>
        </pc:sldMkLst>
        <pc:picChg chg="add mod">
          <ac:chgData name="Joshua Bell" userId="205669b020ad6e3f" providerId="LiveId" clId="{583C8F8F-9295-4F85-9CAD-84D649DE0419}" dt="2026-07-20T03:19:49.334" v="0" actId="931"/>
          <ac:picMkLst>
            <pc:docMk/>
            <pc:sldMk cId="2012246501" sldId="256"/>
            <ac:picMk id="5" creationId="{EB135390-6B7D-77B5-B824-829FB4BD49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C9D0-512F-8B7B-7150-DDBB00A78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7221D-5F7A-C529-EEFE-66A5F5F0A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9E9B-A1CD-7273-AEF4-9BA68863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A3BD-FFD6-D148-3436-188ABB81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AF01A-2D85-B808-6DB3-CB5C8D86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2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C4AD-F120-1EBE-FA29-234885E6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AACA8-F4FF-9B5B-6D79-63F075FF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1BEBE-58BB-D1F0-69F4-FDEA52AA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E498E-9B81-87F1-F2E5-D71A176D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5CBB0-7D63-B242-3A8E-53154272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DDEB-BB2E-E984-CEA7-41E39BE4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97E9B-52A9-B9AA-1725-09E8D373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6015C-5B80-79E0-8DF8-A6C18C27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6EF6B-CC75-4FC8-DF37-518B0F08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3DA2F-E9BF-4F73-E8C1-903DCE2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6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6DA5-B532-D85F-C57F-31E51389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C1EE8-F94D-7C2E-D3A2-8A194985C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A860B-C1EA-10AD-0356-4345DB212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0AC1A-01AC-3721-F370-40EDD899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45889-219B-502B-8122-2B6CE372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38593-857C-0D05-216A-22BE837D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5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E249-A151-84BE-5439-C7C320CB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53441-6598-276F-2234-A7174B22C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51AD1-5DA9-4C8E-ED9A-B21FCCD1D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14EA4-7F70-E85C-947F-578B7E4C9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472CE-835F-BA21-E7BE-AE241F714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87262-7A0C-03F6-4742-546D5122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7FA81E-814B-5669-6249-200FD009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7A0E9-7D36-21B4-4355-2511D2B8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6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EF7D-6CDE-E1B2-0BB4-D698199F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9E0D0-5480-0096-B093-138AC419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2542E-FA96-5EFB-2F5B-DE7925C8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A246A-907B-DDD4-BD06-ADDC89F4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03556-F7B6-0A06-49D2-BC4AEFEC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2B015-FBE7-9D38-26E9-F31ED660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DB64C-BCF5-D361-6F17-1A5EFFDB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02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1631-6AB6-922E-0D00-47050124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536F0-03AB-EF7A-AF12-908E45867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ADF98-F6B0-0BCA-C992-63A80FFA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E6B2F-FFEC-CD3E-6525-88587521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43273-9EB8-A113-B116-8C9C6474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01B2A-1D97-49F4-8B47-5BA7AA85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0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7397-814D-FE39-96BF-027C6B26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BE15F9-500C-FCA3-11B9-7B55549CC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861E4-1FB2-BA1A-3D61-F3808A315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A434E-D5A0-980F-751B-90FDCA76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E6059-8E1A-453C-FB79-284EEE56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23054-0FA6-70FB-D918-384B8929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9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C1B3-F8B4-8421-7256-32AD2D04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AEB80-4046-8F22-9E40-299C0FB66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75DD1-ACBE-D012-A119-A7483EE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07B0-34B4-053C-FAC8-D6CC3637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DCC50-ACE0-23B7-CF17-1ECFEA49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5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CA495-65BA-5F44-6728-00F755862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E4A1-5A1B-A048-F478-CB59D912F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5AB46-89C9-ADBD-B1EC-90EA2CEC3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C18A5-B930-A192-303B-9ABE50D9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47646-C4B9-8348-21A8-455D6080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8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93134-70AB-6E7B-2F3E-1B358880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7BF5-D758-8F50-ADF5-BAAD3C12B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EC10-6043-8A36-E437-0DD47455F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3CD46-5995-4588-9373-DB6C59ACE9D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7474-E34E-7121-19DE-C7C44BC75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2A343-13AB-93D6-C63D-1E5FF3103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F34F2-FACB-4A75-BE74-890B4284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8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135390-6B7D-77B5-B824-829FB4BD4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46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Bell</dc:creator>
  <cp:lastModifiedBy>Joshua Bell</cp:lastModifiedBy>
  <cp:revision>1</cp:revision>
  <dcterms:created xsi:type="dcterms:W3CDTF">2026-07-20T03:19:12Z</dcterms:created>
  <dcterms:modified xsi:type="dcterms:W3CDTF">2026-07-20T03:19:54Z</dcterms:modified>
</cp:coreProperties>
</file>