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7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2CDB-9A03-98AB-0C83-DC422D182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BA327-3CE3-2FAA-5428-F33E33DB6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816D6-90EF-58BA-274A-A58EC47E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61F27-4E16-68C6-1884-215C7574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5FFE1-0836-8FAD-8A3E-96A865C9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8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DF21-16D7-874C-7C65-B387A204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84766-025E-3DF2-7C27-27BFE597F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2F749-541D-1B59-6AB3-31D438B0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BF998-73F9-E092-1F09-B35A1C8B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8028B-5BA4-4FEA-F4C4-DBEEE65C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27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8CE0-3D02-46CD-5807-A70BF4BB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79FF7-097B-9A24-C7B9-1D138B331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9D016-2C04-24C9-DA2E-63085EE0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9DC63-A3DE-8673-A0B9-12772200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05E12-51A9-6A40-6925-69BE24AC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52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2A17-293A-D2FF-2006-F6C6DABC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8470-5FB4-826F-662B-F7E0D3413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98409-0F16-8AE9-C7B0-FFAB11D4E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ACD5E-142D-84BE-FC96-35D135DD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33E98-47F7-4A51-5FE1-BFD747D2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41AD8-6FEF-15F9-030B-92B3E9967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2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77A7-192E-7334-C47D-480532EF3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867A2-53EE-A7ED-122D-314720A64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F9959-0BE6-0D83-E8BE-0BD284DF1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86EC1-485B-42A6-FDE1-77A66EBCD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16888-0606-2009-6206-938BA3FDE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5CFA4-478F-740D-B349-F97DE0C6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EB2F7B-9C6F-89DE-8133-562100F6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0E7BF8-AA9F-53CA-3B76-2F477DB4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5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86E45-2067-6DC3-39AE-71A68E2B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1F670-4E06-1E1F-6A83-1FF285617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F072F-BBA8-0076-1751-D294FFB2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B370E-1FAB-3419-16E5-A02D9E64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7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8041A-7ABA-8C70-52C4-5836C73AF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0B63F-EAF9-0590-182F-5D045B0E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D149B-F4D3-6805-0CEE-5E90898A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5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5E7D-88CF-13E9-0726-E84D71B3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18C3A-4F4C-B5DC-6821-45CBA1DE8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903B4-6F04-0867-499E-5FCF2BDCF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E6A52-F6B8-0E6D-C605-767AED30A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5D258-FEFD-3CEB-B2DF-350FDC90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ED5D3-2F8C-79C8-A5E7-3C7F2A39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86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7A75-964D-11D0-7523-4B0728CC1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4C18F-FA29-5C4B-4D31-4C75DFFBC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69650-FC05-2AD5-7109-D348024AB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49C72-4D79-3F46-9027-56AC3654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7C154-D955-F28C-C745-221ABB3D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C55D1-295A-4AA0-8C08-1872A159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1C1C-8815-F69F-07D6-D0D33F29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FFF97-BF40-2020-7D56-C4F25723F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BA4B2-A066-787C-AAD6-CCE10930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2218-4D39-565B-BC9D-B8A44CC38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3C021-4CA0-5A03-BCE2-11865475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1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0C8E44-4689-39B1-AD88-84D77D2D6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C4D5A-3913-057F-ED22-064EDE51E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D3FE6-FAD9-FA5C-B534-DC9991FC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18932-EB5D-800C-A7D1-D516190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6C7CE-D740-78C4-6083-92F2C7BC7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4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63DE50-13E1-49E3-E2FE-E1663DEBC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A3621-0D43-5E31-1971-3AA2E61D2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21655-F520-3C30-78E1-0F83B590E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25495-F773-43F1-877D-F4E099355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053D7-4C61-478D-ADA5-F3B2C8C61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DFC61-D029-25A0-277B-F69810D21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7BB7D-0ED6-4278-B177-07CB70D32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2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2C219E-CBEB-8AD6-A39C-BDDA282CD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90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Bell</dc:creator>
  <cp:lastModifiedBy>Joshua Bell</cp:lastModifiedBy>
  <cp:revision>1</cp:revision>
  <dcterms:created xsi:type="dcterms:W3CDTF">2026-07-07T03:55:09Z</dcterms:created>
  <dcterms:modified xsi:type="dcterms:W3CDTF">2026-07-07T03:55:56Z</dcterms:modified>
</cp:coreProperties>
</file>