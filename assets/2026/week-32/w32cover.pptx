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65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9855-9313-57F5-10E6-B35468709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519FD-2718-D8A7-13C7-4D8FF15CF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5AFBE-A43F-9766-46A7-AFE3EB9B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03F46-0472-CEFA-0B7A-7E09F7C8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AAFD3-FD26-64C7-FC08-C1CEFBE8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11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8C2D-B931-797F-D965-06AB6B1D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E7F84-83D3-E95F-4677-14C89A77F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B283E-10AD-7178-CB03-861228F9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BD29B-B2A8-DB6A-FE4D-B4D2B718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649D9-74FA-0EB1-52EA-CBC8B504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03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36C7-165A-B735-C5CE-649FA9FE3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CDC9C-9E18-14D4-4D6E-48845D9B6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FE0A2-9117-9BC1-52A7-57F27200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547E0-1287-4B4F-74B7-8E50E1D5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25317-C03E-3FC4-077A-FDF163826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208D-3DAA-3878-A1C5-A7FC1CD7C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8FD3-618C-0137-AC66-67202914C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3EE7D-879D-C419-F724-B124B8E4A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0A746-B473-C9DB-8CAA-083E117F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C40F-7E59-9A8F-CEE1-623D7115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B1108-894A-C01C-39DE-64978B60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68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18DF-A0F8-8924-1C9A-90531305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B4AA4-37C4-26E9-852D-BA302F1E2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3C991-7427-876C-9022-42F5ED092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59A04-9D90-0722-B9E4-C336C6A37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35883-AF61-5E48-ECCA-C95ED3DBA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0FA946-370C-2E71-1F23-DAE7C842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8D578-90E5-79FB-1D69-652DAC3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B64B3-0B99-8FEE-3B60-C793C97C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55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8074-3B97-8ABF-5A91-99D3A568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F4BC1-A21F-80C5-F1E8-185BFF7A9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ADD7DB-0FA2-6DD6-8D7A-F17C98F36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2D913-2A4B-D4D9-E7C0-309B9608A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0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64544-BC40-1D2B-3C83-063DB553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34BF0E-294C-E5BE-113B-7CB34FB33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EFFBD-1E2F-47C2-2962-C3AD8377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39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D67ED-1E98-3F81-C6DD-E99D9169F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5B282-828F-F65D-CC58-3E4FB2442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B0A608-A9E8-4965-4B58-5E1C2104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DA355-9B9E-0408-7243-D8DD47A4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2DBBA-AAF0-BEE7-0BFD-69935B81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9A2B8-17CF-5DF7-AF62-2A066EA8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67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67A0C-AB24-9CA5-E810-4DA00785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1C55D-1798-25A6-2630-25D30BA81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A10A13-9F86-C044-8471-A46889329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68792-390B-B110-B965-1B19AB85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F3628-2DF1-3AC1-21DB-5B8C64813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9B6E4-7DA9-0B5A-C331-F0F23A703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5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11C1-2EAC-9447-4A83-7B1BB9B3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BDA71-5B5C-6F37-FE9E-035B6D85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BD04E-5BE5-E661-8F68-496AAD433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1E487-C5F6-56C1-3A37-9B10B974E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312B0-956A-741E-D2BB-42D35D65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3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9F96A7-9976-A77F-0316-9DC28C0A2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74938-5AF2-E9C3-7A38-17764D073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92B0B-4405-BEE9-0394-ECCCE7176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5023F-8351-5A83-8878-17F4058A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9057-4896-63A9-7254-45856EE5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0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1DA2F2-9D19-2E38-40D5-F9D8D138A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BFCFE-E22B-6FE2-6035-76BD1C387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504A-6B14-C8B4-EB49-FDC97980D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3CA84-F603-40B5-B848-D6A957F0B139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D7D7-EEF7-EAE9-74B7-175A5711E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EC467-B032-1C5C-BBBB-B6DC60C05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C15D2-3241-40B1-ABC2-1E3B486AB6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8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8363-5D0A-F163-B4EB-F56A1FD7A6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7EBD4-0840-E200-7B82-656E63C5CF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C2FBA-C28A-661B-8653-841F6F64B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27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Bell</dc:creator>
  <cp:lastModifiedBy>Joshua Bell</cp:lastModifiedBy>
  <cp:revision>1</cp:revision>
  <dcterms:created xsi:type="dcterms:W3CDTF">2026-08-11T02:02:28Z</dcterms:created>
  <dcterms:modified xsi:type="dcterms:W3CDTF">2026-08-11T02:03:30Z</dcterms:modified>
</cp:coreProperties>
</file>