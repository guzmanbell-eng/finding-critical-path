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7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32FA-7842-CBB3-EC7D-071CB3101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62FE76-E5D0-763D-4535-EE62D6452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D4908-47C4-E3A3-E9F1-B07A38F2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B401D-78C9-4B28-88CC-FB10F902944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42B00-863F-0391-63C7-6F17E15E1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29E3A-CAD4-A18F-0A8B-5E8734A2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ACE6-F69E-4311-9EB9-94AC480A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6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192F-A7D7-A4E1-C420-325D6A7D0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A50B6-BF94-DB60-2317-278A614CF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E5B95-F131-085B-C27D-BFBF6FE6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B401D-78C9-4B28-88CC-FB10F902944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A8F7B-EBC8-A013-A146-6FE57831B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9A73E-9843-EF98-2C9C-419F094E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ACE6-F69E-4311-9EB9-94AC480A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72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66D52-5287-E833-F530-6FA10164B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6EF77-F40F-AED4-88E3-0D5E339EF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51438-E934-76B1-5459-5F59E081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B401D-78C9-4B28-88CC-FB10F902944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4BDDA-4220-9756-3B20-EC68FB876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498A2-AC47-BE9A-F5D0-BD4F8106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ACE6-F69E-4311-9EB9-94AC480A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2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4BE51-E884-F002-E605-6C85C96A6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24052-C5FE-6378-A702-08CF5C69F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7981A-6788-968E-A21B-0BA3EC55F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FA7C7-3E81-8C03-19BA-4BBEBB548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B401D-78C9-4B28-88CC-FB10F902944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642D5-D2C2-27D7-8E58-A0792F995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22DE0-3EAA-6686-94BF-CE46E89F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ACE6-F69E-4311-9EB9-94AC480A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0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26D9-BA64-74BC-C40E-759AE34FD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50D95-571C-DD58-5FE7-67269F92B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38D8C-D67D-08EC-299F-4A7722D3B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389BC9-6B2C-5A90-A281-2E461BD90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B09237-4F96-DF8A-0FF0-362F76FA1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2DEF40-AF40-EB64-7DC2-56A84CF78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B401D-78C9-4B28-88CC-FB10F902944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6445AC-1A85-B5BD-A601-BEC65AB64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D0C3D-FFA2-B5D7-AAC1-54F9DFCC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ACE6-F69E-4311-9EB9-94AC480A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382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E27CC-F10A-A5AD-CA34-0757EDA4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7D4AF-324E-A408-52F9-4559101A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B401D-78C9-4B28-88CC-FB10F902944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68A943-1222-9560-F35B-7E23A8CDE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6A9C7-3BCA-81E5-75DD-0528863B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ACE6-F69E-4311-9EB9-94AC480A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84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B01B6-8158-0E7D-E80C-C10D8CBC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B401D-78C9-4B28-88CC-FB10F902944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2FEA2D-24A3-C2F0-3311-427EC38D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BF323-FDC2-D5CB-B269-7B1CFAFC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ACE6-F69E-4311-9EB9-94AC480A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9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2B4A8-5FA5-0FEB-35A1-6EEBD0B21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78D5C-6745-3677-7B64-BF1061E8F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9BDAF-4B0A-7C54-177B-DE3249A9B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12D03-EDF9-5C54-13CA-A5542EDC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B401D-78C9-4B28-88CC-FB10F902944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EA744-958C-4CB1-75DC-6CA3A76E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C7C85-CA13-3EEB-94D6-FA6DF0DB3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ACE6-F69E-4311-9EB9-94AC480A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89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EA5E2-57FC-81EC-9E5C-E561A883C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8D6CCE-3B29-562B-0D2E-52E33EEA3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7E8F5-E1D8-4DE6-1379-B25917F7B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90454-8F4C-31B8-D63F-BD7083E8D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B401D-78C9-4B28-88CC-FB10F902944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7D584-CE0C-92EB-1EE1-905761E0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E11B0-562F-9AFD-7895-D379ED97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ACE6-F69E-4311-9EB9-94AC480A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23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647DD-B70C-B8E2-F24C-E19F4E18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F00B6-F49D-F9D4-1532-B17CFBD09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9C4B9-2BF0-043A-F5A7-89145200D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B401D-78C9-4B28-88CC-FB10F902944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A42A3-3FEC-889E-6CE1-E402C4857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1B83F-14B3-3105-2EA4-BD1024F45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ACE6-F69E-4311-9EB9-94AC480A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40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80595-763F-EEEB-2730-F23ABDC9F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C120A-5B6A-CCE0-B08D-7F1617185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EE01A-6CFE-29EE-38D6-00E6ED5C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B401D-78C9-4B28-88CC-FB10F902944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74481-66E1-E589-4FD8-FA76CDA5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FFF64-7B08-2EFE-97C4-072F5DF22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ACE6-F69E-4311-9EB9-94AC480A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2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3EB13D-2472-046F-447A-128E3C9F5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69EE0-92F5-F74C-4108-DAACA1A40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83F3C-FC9A-AE51-9973-49A9E7D9D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B401D-78C9-4B28-88CC-FB10F902944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6AECA-29E2-4C00-9979-57424AA96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7A1DA-524E-A63D-BB45-C4944B677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5ACE6-F69E-4311-9EB9-94AC480A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2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EB76C6-A5BC-3C6C-AB04-B8A59DE48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77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Bell</dc:creator>
  <cp:lastModifiedBy>Joshua Bell</cp:lastModifiedBy>
  <cp:revision>1</cp:revision>
  <dcterms:created xsi:type="dcterms:W3CDTF">2026-08-04T03:25:52Z</dcterms:created>
  <dcterms:modified xsi:type="dcterms:W3CDTF">2026-08-04T03:27:12Z</dcterms:modified>
</cp:coreProperties>
</file>